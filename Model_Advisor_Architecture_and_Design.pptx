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Model Advisor</a:t>
            </a:r>
          </a:p>
          <a:p>
            <a:pPr algn="ctr">
              <a:defRPr sz="1800">
                <a:solidFill>
                  <a:srgbClr val="CADCFC"/>
                </a:solidFill>
              </a:defRPr>
            </a:pPr>
            <a:r>
              <a:t>Cross-vendor model selection and PTU/PAYG decision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93F"/>
                </a:solidFill>
              </a:defRPr>
            </a:pPr>
            <a:r>
              <a:t>The 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Which model best fits this workload—not merely which benchmark is highest?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Will reserved PTU capacity be cheaper and sufficiently utilized, or is PAYG better?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How do quality, economics, latency and compliance priorities change the answer?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93F"/>
                </a:solidFill>
              </a:defRPr>
            </a:pPr>
            <a:r>
              <a:t>Solution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Natural language: documents/pages, users × generations, or explicit K/M/B token volume.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31 LLMs, 6 dedicated image models and 37 pre-scored insurance use cases.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Synchronized Top-N ranking, explanations, verified PAYG flags and image costs.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Immediate monthly/annual PAYG versus PTU verdict with full derivation and capacity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93F"/>
                </a:solidFill>
              </a:defRPr>
            </a:pPr>
            <a:r>
              <a:t>Logical architecture and decision flow</a:t>
            </a:r>
          </a:p>
        </p:txBody>
      </p:sp>
      <p:pic>
        <p:nvPicPr>
          <p:cNvPr id="3" name="Picture 2" descr="model_adviso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804672"/>
            <a:ext cx="1088136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93F"/>
                </a:solidFill>
              </a:defRPr>
            </a:pPr>
            <a:r>
              <a:t>Recommendation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Parse documents/pages, users/generations, explicit tokens, frequency and image intent.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Create a profile: complexity, latency, volume, context, governance and modalities.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Apply hard requirements for vision/audio/video/image generation/open weights/context.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Rank Top-N LLMs and, when required, rank dedicated image models separately.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93F"/>
                </a:solidFill>
              </a:defRPr>
            </a:pPr>
            <a:r>
              <a:t>PTU versus PAYG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Shared UI inputs: PTU quantity and total annual contract cost.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PAYG uses synchronized monthly tokens and only marks availability verified when confirmed.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Derives hourly rate, weighted TPM, minimum PTUs, utilization, headroom and break-even.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Recommend PTU only when capacity is sufficient and fixed cost is lower.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93F"/>
                </a:solidFill>
              </a:defRPr>
            </a:pPr>
            <a:r>
              <a:t>Example: 8,000 PDFs × 5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Estimated input: 34M tokens per monthly pass at 850 tokens/page.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Output estimate depends on OCR, classification, Q&amp;A or summarization.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The engine ranks vision/document-capable models and shows alternatives.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A $162K/year, 50-PTU contract is compared with model-specific PAYG spend.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93F"/>
                </a:solidFill>
              </a:defRPr>
            </a:pPr>
            <a:r>
              <a:t>Decision cockpit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Automatically compares the same Top-N models selected in Recommendation.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Adjust quality, economics, latency and risk/compliance weights.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See every model’s live score bar and component scores as sliders change.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Review cost, throughput, utilization, PAYG verification and export CSV.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93F"/>
                </a:solidFill>
              </a:defRPr>
            </a:pPr>
            <a:r>
              <a:t>Controls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Benchmark, release, SLM and PAYG verification are visible with tooltips.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Regulated workflows require logging, model versioning and human review.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Shared PTU assumptions and planning defaults are explicit and editable.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Azure/provider capacity, region, quota and contract figures require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93F"/>
                </a:solidFill>
              </a:defRPr>
            </a:pPr>
            <a:r>
              <a:t>Deployment and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Python 3.10 + Streamlit in a project virtual environment.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Enterprise deployment: TLS reverse proxy, SSO/RBAC, audit logs and monitoring.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Automated tests cover six UI tabs, parsing, scoring and cost/capacity edge cases.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Quarterly or release-triggered refresh of model pricing and benchmarks.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193F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607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Validate token-per-page and output ratios with a representative PDF sample.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Load 30–90 days of real traffic to establish peak TPM and seasonality.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Obtain region/model-specific Azure capacity and annual pricing quotes.</a:t>
            </a:r>
          </a:p>
          <a:p>
            <a:pPr>
              <a:spcAft>
                <a:spcPts val="1600"/>
              </a:spcAft>
              <a:defRPr sz="2000">
                <a:solidFill>
                  <a:srgbClr val="1C2333"/>
                </a:solidFill>
              </a:defRPr>
            </a:pPr>
            <a:r>
              <a:t>Run task-specific quality evaluation before final model and billing commitment.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